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建議時間：0:30
今天介紹 code-review 與 code-scan。重點是讓同事知道何時用，以及如何開始。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建議時間：1:30
AI coding 讓程式碼產出很快，但改動仍需要檢查。我想用 AI 協助 review，也把公司共同的 review 標準整理成 skill，讓大家使用同一套流程。這是設計目標，避免宣稱已量測到效率提升。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建議時間：1:00
先介紹 code-review 的三種模式與檢查方式，再介紹 code-scan。code-scan 的用途尚需以實際功能補充。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建議時間：10 秒。進入 code-review。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建議時間：1:30
這頁需要填入三種模式的真實差異。目前只保留已知名稱，不假設 check、review、audit 的範圍與深度。每種用一句話講典型情境，不介紹所有參數。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建議時間：1:30
已知這個 skill 使用多個 subagent、code-graph 並保存紀錄。這頁是能力概覽，不宣稱固定執行順序。請口頭補充真實 subagent 職責，並用下一頁的案例證明 code-graph 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建議時間：2:30
30 秒交代改動背景。播放 60 秒精華影片或使用三張截圖。再用 60 秒解釋一個值得修的發現：哪個 subagent 發現、code-graph 提供什麼線索，以及紀錄如何保存。需要放入真實案例，避免使用虛構發現。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建議時間：10 秒。切換到 code-scan。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建議時間：2:00
請填入 code-scan 的用途與兩個實際介紹項目。先用一句話說明它幫使用者做什麼，再用各 40 秒講兩個重點。最後說明何時會選擇 code-scan。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建議時間：2:00
30 秒交代為什麼執行 scan，播放 60 秒精華影片，30 秒說明最值得注意的結果與下一步。若另一個功能無法在同一案例展示，用結果截圖補充。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建議時間：1:30
展示工具取得位置與第一次執行的完整指令。收尾：希望大家選一個適合的情境試用，看看工具能否找到值得處理的問題。邀請回饋。完整影片放在文件連結，總內容 14 分鐘，留 1 分鐘緩衝。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SKILLS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/ TEAM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552700"/>
            <a:ext cx="621792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9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Scan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84150" y="4013150"/>
            <a:ext cx="5673852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review 跟上開發速度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730901" y="2247900"/>
            <a:ext cx="4889450" cy="3136850"/>
          </a:xfrm>
          <a:prstGeom prst="roundRect">
            <a:avLst>
              <a:gd name="adj" fmla="val 4858"/>
            </a:avLst>
          </a:prstGeom>
          <a:solidFill>
            <a:srgbClr val="19161F"/>
          </a:solidFill>
          <a:ln w="9525">
            <a:solidFill>
              <a:srgbClr val="E8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45226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10276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75327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40377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32378" y="2614613"/>
            <a:ext cx="1282142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/ 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5226" y="3247876"/>
            <a:ext cx="4346016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47D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skills --start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45226" y="3771602"/>
            <a:ext cx="4346016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5F3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section: Review + Scan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5226" y="4196953"/>
            <a:ext cx="434601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27B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for 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5226" y="4746129"/>
            <a:ext cx="4346016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7D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_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04350" y="495300"/>
            <a:ext cx="2072589" cy="11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50"/>
              </a:lnSpc>
              <a:buNone/>
            </a:pPr>
            <a:r>
              <a:rPr lang="en-US" sz="7400" b="1" dirty="0">
                <a:solidFill>
                  <a:srgbClr val="44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7400" dirty="0"/>
          </a:p>
        </p:txBody>
      </p:sp>
      <p:sp>
        <p:nvSpPr>
          <p:cNvPr id="21" name="Text 19"/>
          <p:cNvSpPr/>
          <p:nvPr/>
        </p:nvSpPr>
        <p:spPr>
          <a:xfrm>
            <a:off x="558701" y="5765750"/>
            <a:ext cx="4572000" cy="3810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加速了，review 也要跟上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工具的出發點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5359301" cy="3098750"/>
          </a:xfrm>
          <a:prstGeom prst="roundRect">
            <a:avLst>
              <a:gd name="adj" fmla="val 4918"/>
            </a:avLst>
          </a:prstGeom>
          <a:solidFill>
            <a:srgbClr val="201A2C"/>
          </a:solidFill>
          <a:ln w="9525">
            <a:solidFill>
              <a:srgbClr val="A27BC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1026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skill://寫得更快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4929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寫得更快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527227"/>
            <a:ext cx="492909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協助產出程式碼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22127" y="4260652"/>
            <a:ext cx="4929098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改動仍需要確認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22950" y="2247900"/>
            <a:ext cx="5410200" cy="3098750"/>
          </a:xfrm>
          <a:prstGeom prst="roundRect">
            <a:avLst>
              <a:gd name="adj" fmla="val 4918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63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514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64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15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22778" y="2554188"/>
            <a:ext cx="1702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skill://共同的_review_標準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6376" y="2930426"/>
            <a:ext cx="49810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共同的 review 標準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86376" y="3527227"/>
            <a:ext cx="4981015" cy="79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把公司的檢查規範</a:t>
            </a:r>
            <a:endParaRPr lang="en-US" sz="2500" dirty="0"/>
          </a:p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整理成可執行的 skill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486376" y="4625578"/>
            <a:ext cx="4981015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AI 協助執行 review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 skill 的使用入口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用實際案例介紹各自的用途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5359301" cy="3098750"/>
          </a:xfrm>
          <a:prstGeom prst="roundRect">
            <a:avLst>
              <a:gd name="adj" fmla="val 4918"/>
            </a:avLst>
          </a:prstGeom>
          <a:solidFill>
            <a:srgbClr val="201A2C"/>
          </a:solidFill>
          <a:ln w="9525">
            <a:solidFill>
              <a:srgbClr val="A27BC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13293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skill://code-review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4929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527227"/>
            <a:ext cx="4929098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三種模式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22127" y="4203353"/>
            <a:ext cx="4929098" cy="90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/ review / audit</a:t>
            </a:r>
            <a:endParaRPr lang="en-US" sz="190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多個 subagent 與 code-graph</a:t>
            </a:r>
            <a:endParaRPr lang="en-US" sz="190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保存檢查紀錄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22950" y="2247900"/>
            <a:ext cx="5410200" cy="3098750"/>
          </a:xfrm>
          <a:prstGeom prst="roundRect">
            <a:avLst>
              <a:gd name="adj" fmla="val 4918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63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514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64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15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22778" y="2554188"/>
            <a:ext cx="1189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skill://code-scan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6376" y="2930426"/>
            <a:ext cx="49810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code-scan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86376" y="3527227"/>
            <a:ext cx="498101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兩個介紹重點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486376" y="4203353"/>
            <a:ext cx="4981015" cy="90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［補上用途與使用情境］</a:t>
            </a:r>
            <a:endParaRPr lang="en-US" sz="190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［補上兩個功能或模式］</a:t>
            </a:r>
            <a:endParaRPr lang="en-US" sz="190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展示實際執行結果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/ TEAM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552700"/>
            <a:ext cx="6217920" cy="68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75"/>
              </a:lnSpc>
              <a:buNone/>
            </a:pPr>
            <a:r>
              <a:rPr lang="en-US" sz="43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584150" y="4013150"/>
            <a:ext cx="5673852" cy="79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多個 subagent 與 code-graph</a:t>
            </a:r>
            <a:endParaRPr lang="en-US" sz="2500" dirty="0"/>
          </a:p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協助完成檢查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730901" y="2247900"/>
            <a:ext cx="4889450" cy="3136850"/>
          </a:xfrm>
          <a:prstGeom prst="roundRect">
            <a:avLst>
              <a:gd name="adj" fmla="val 4858"/>
            </a:avLst>
          </a:prstGeom>
          <a:solidFill>
            <a:srgbClr val="19161F"/>
          </a:solidFill>
          <a:ln w="9525">
            <a:solidFill>
              <a:srgbClr val="A27B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45226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10276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75327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40377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32378" y="2614613"/>
            <a:ext cx="1282142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/ 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5226" y="3247876"/>
            <a:ext cx="4346016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47D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loading code-review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45226" y="3771602"/>
            <a:ext cx="4346016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5F3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section: code-review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5226" y="4196953"/>
            <a:ext cx="434601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27B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for 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5226" y="4746129"/>
            <a:ext cx="4346016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7D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_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04350" y="495300"/>
            <a:ext cx="2072589" cy="11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50"/>
              </a:lnSpc>
              <a:buNone/>
            </a:pPr>
            <a:r>
              <a:rPr lang="en-US" sz="7400" b="1" dirty="0">
                <a:solidFill>
                  <a:srgbClr val="44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400" dirty="0"/>
          </a:p>
        </p:txBody>
      </p:sp>
      <p:sp>
        <p:nvSpPr>
          <p:cNvPr id="21" name="Text 19"/>
          <p:cNvSpPr/>
          <p:nvPr/>
        </p:nvSpPr>
        <p:spPr>
          <a:xfrm>
            <a:off x="558701" y="5765750"/>
            <a:ext cx="4572000" cy="3810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的三種模式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依照實際需求選擇模式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355595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F5F3E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9096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3089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527227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使用情境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127" y="3990677"/>
            <a:ext cx="3089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［填入典型情境］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127" y="4565303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檢查範圍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127" y="5028754"/>
            <a:ext cx="3089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［填入範圍］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317950" y="2247900"/>
            <a:ext cx="355595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813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464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14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65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17778" y="2554188"/>
            <a:ext cx="9795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81376" y="2930426"/>
            <a:ext cx="3089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581376" y="3527227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使用情境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81376" y="3990677"/>
            <a:ext cx="3089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［填入典型情境］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581376" y="4565303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檢查範圍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81376" y="5028754"/>
            <a:ext cx="3089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［填入範圍］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077200" y="2247900"/>
            <a:ext cx="355595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E84332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4062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5056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6707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8357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077027" y="2554188"/>
            <a:ext cx="9096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skill://audit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40626" y="2930426"/>
            <a:ext cx="3089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E8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340626" y="3527227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使用情境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40626" y="3990677"/>
            <a:ext cx="3089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［填入典型情境］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8340626" y="4565303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檢查範圍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340626" y="5028754"/>
            <a:ext cx="3089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［填入範圍］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的檢查方式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Subagent、程式關係資訊與檢查紀錄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355595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A27BC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1189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skill://subagents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3089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527227"/>
            <a:ext cx="3089681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多個 agent</a:t>
            </a:r>
            <a:endParaRPr lang="en-US" sz="26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分工檢查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127" y="4593878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［補上實際分工］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17950" y="2247900"/>
            <a:ext cx="355595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813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464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14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65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17778" y="2554188"/>
            <a:ext cx="1259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skill://code-graph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81376" y="2930426"/>
            <a:ext cx="3089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CODE-GRAPH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81376" y="3527227"/>
            <a:ext cx="3089681" cy="79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程式關係資訊</a:t>
            </a:r>
            <a:endParaRPr lang="en-US" sz="2500" dirty="0"/>
          </a:p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輔助 review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4581376" y="4562029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用案例展示關聯線索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77200" y="2247900"/>
            <a:ext cx="355595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F5F3E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4062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056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6707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8357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077027" y="2554188"/>
            <a:ext cx="1049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skill://records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40626" y="2930426"/>
            <a:ext cx="3089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340626" y="3527227"/>
            <a:ext cx="3089681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</a:t>
            </a:r>
            <a:endParaRPr lang="en-US" sz="26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檢查紀錄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340626" y="4593878"/>
            <a:ext cx="3089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方便回看與追蹤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code-review 實際案例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秒精華 demo，搭配一個關鍵結果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7010400" cy="3301901"/>
          </a:xfrm>
          <a:prstGeom prst="roundRect">
            <a:avLst>
              <a:gd name="adj" fmla="val 4616"/>
            </a:avLst>
          </a:prstGeom>
          <a:solidFill>
            <a:srgbClr val="201A2C"/>
          </a:solidFill>
          <a:ln w="9525">
            <a:solidFill>
              <a:srgbClr val="A27BC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1469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skill://demo_/_60_sec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66132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60 SEC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793927"/>
            <a:ext cx="6613219" cy="41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［放入影片或結果截圖］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23150" y="2247900"/>
            <a:ext cx="3810000" cy="3301901"/>
          </a:xfrm>
          <a:prstGeom prst="roundRect">
            <a:avLst>
              <a:gd name="adj" fmla="val 4616"/>
            </a:avLst>
          </a:prstGeom>
          <a:solidFill>
            <a:srgbClr val="201A2C"/>
          </a:solidFill>
          <a:ln w="9525">
            <a:solidFill>
              <a:srgbClr val="A27BC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865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516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166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817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22978" y="2554188"/>
            <a:ext cx="1026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skill://案例重點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86576" y="2930426"/>
            <a:ext cx="33488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案例重點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086576" y="3527227"/>
            <a:ext cx="334881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這次改了什麼？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86576" y="4111377"/>
            <a:ext cx="334881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找到什麼值得修的問題？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86576" y="4695527"/>
            <a:ext cx="334881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分工與 graph 如何幫忙？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/ TEAM REVIEW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552700"/>
            <a:ext cx="6217920" cy="68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75"/>
              </a:lnSpc>
              <a:buNone/>
            </a:pPr>
            <a:r>
              <a:rPr lang="en-US" sz="43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code-scan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584150" y="4013150"/>
            <a:ext cx="5673852" cy="79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用途、兩個介紹重點</a:t>
            </a:r>
            <a:endParaRPr lang="en-US" sz="2500" dirty="0"/>
          </a:p>
          <a:p>
            <a:pPr algn="l" indent="0" marL="0">
              <a:lnSpc>
                <a:spcPts val="3125"/>
              </a:lnSpc>
              <a:buNone/>
            </a:pPr>
            <a:r>
              <a:rPr lang="en-US" sz="2500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以及實際案例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730901" y="2247900"/>
            <a:ext cx="4889450" cy="3136850"/>
          </a:xfrm>
          <a:prstGeom prst="roundRect">
            <a:avLst>
              <a:gd name="adj" fmla="val 4858"/>
            </a:avLst>
          </a:prstGeom>
          <a:solidFill>
            <a:srgbClr val="19161F"/>
          </a:solidFill>
          <a:ln w="9525">
            <a:solidFill>
              <a:srgbClr val="47DF3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45226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10276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75327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40377" y="265747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32378" y="2614613"/>
            <a:ext cx="1282142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/ 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5226" y="3247876"/>
            <a:ext cx="4346016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dirty="0">
                <a:solidFill>
                  <a:srgbClr val="47D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loading code-scan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45226" y="3771602"/>
            <a:ext cx="4346016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5F3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section: code-scan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5226" y="4196953"/>
            <a:ext cx="434601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27B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for 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5226" y="4746129"/>
            <a:ext cx="4346016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7D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_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04350" y="495300"/>
            <a:ext cx="2072589" cy="11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50"/>
              </a:lnSpc>
              <a:buNone/>
            </a:pPr>
            <a:r>
              <a:rPr lang="en-US" sz="7400" b="1" dirty="0">
                <a:solidFill>
                  <a:srgbClr val="44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400" dirty="0"/>
          </a:p>
        </p:txBody>
      </p:sp>
      <p:sp>
        <p:nvSpPr>
          <p:cNvPr id="21" name="Text 19"/>
          <p:cNvSpPr/>
          <p:nvPr/>
        </p:nvSpPr>
        <p:spPr>
          <a:xfrm>
            <a:off x="558701" y="5765750"/>
            <a:ext cx="4572000" cy="3810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code-scan 的用途與兩個重點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［一句話說明 code-scan 的用途］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5359301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17257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skill://01_/_［第一個重點］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4929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［第一個重點］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527227"/>
            <a:ext cx="4929098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［填入功能或模式名稱］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22127" y="4133552"/>
            <a:ext cx="492909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什麼時候用？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會得到什麼結果？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22950" y="2247900"/>
            <a:ext cx="541020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A27BC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63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514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64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15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22778" y="2554188"/>
            <a:ext cx="17257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skill://02_/_［第二個重點］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6376" y="2930426"/>
            <a:ext cx="49810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［第二個重點］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86376" y="3527227"/>
            <a:ext cx="4981015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［填入功能或模式名稱］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486376" y="4133552"/>
            <a:ext cx="498101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什麼時候用？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會得到什麼結果？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code-scan 實際案例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秒精華 demo，搭配一個關鍵結果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7010400" cy="3301901"/>
          </a:xfrm>
          <a:prstGeom prst="roundRect">
            <a:avLst>
              <a:gd name="adj" fmla="val 4616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1469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skill://demo_/_60_sec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66132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60 SEC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793927"/>
            <a:ext cx="6613219" cy="41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［放入影片或結果截圖］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23150" y="2247900"/>
            <a:ext cx="3810000" cy="3301901"/>
          </a:xfrm>
          <a:prstGeom prst="roundRect">
            <a:avLst>
              <a:gd name="adj" fmla="val 4616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865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516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166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817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22978" y="2554188"/>
            <a:ext cx="1026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skill://案例重點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86576" y="2930426"/>
            <a:ext cx="33488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案例重點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086576" y="3527227"/>
            <a:ext cx="334881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為什麼執行這次 scan？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86576" y="4111377"/>
            <a:ext cx="334881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最值得注意的結果？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86576" y="4695527"/>
            <a:ext cx="334881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接下來可以做什麼？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0750"/>
          </a:xfrm>
          <a:prstGeom prst="rect">
            <a:avLst/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50750"/>
          </a:xfrm>
          <a:prstGeom prst="rect">
            <a:avLst/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50750"/>
          </a:xfrm>
          <a:prstGeom prst="rect">
            <a:avLst/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0" y="0"/>
            <a:ext cx="3048000" cy="50750"/>
          </a:xfrm>
          <a:prstGeom prst="rect">
            <a:avLst/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444401"/>
            <a:ext cx="1101084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下一次開發，就能開始試用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8701" y="1282601"/>
            <a:ext cx="1101084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4A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選一個適合的情境，看看工具能幫上什麼忙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2247900"/>
            <a:ext cx="5359301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47DF39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1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2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278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8528" y="2554188"/>
            <a:ext cx="1026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skill://取得工具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127" y="2930426"/>
            <a:ext cx="4929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取得工具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127" y="3527227"/>
            <a:ext cx="4929098" cy="41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［工具與文件連結］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127" y="4257377"/>
            <a:ext cx="492909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［安裝或啟用方式］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［回饋管道］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222950" y="2247900"/>
            <a:ext cx="5410200" cy="3251150"/>
          </a:xfrm>
          <a:prstGeom prst="roundRect">
            <a:avLst>
              <a:gd name="adj" fmla="val 4688"/>
            </a:avLst>
          </a:prstGeom>
          <a:solidFill>
            <a:srgbClr val="201A2C"/>
          </a:solidFill>
          <a:ln w="9525">
            <a:solidFill>
              <a:srgbClr val="A27BCD"/>
            </a:solidFill>
          </a:ln>
          <a:effectLst>
            <a:outerShdw sx="100000" sy="100000" kx="0" ky="0" algn="bl" rotWithShape="0" blurRad="177800" dist="88900" dir="5400000">
              <a:srgbClr val="000000">
                <a:alpha val="2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6376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8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514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647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7DF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1527" y="258112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A27B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22778" y="2554188"/>
            <a:ext cx="1142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B4A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skill://第一次執行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6376" y="2930426"/>
            <a:ext cx="49810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A27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第一次執行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86376" y="3527227"/>
            <a:ext cx="4981015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5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［完整指令］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86376" y="4289078"/>
            <a:ext cx="4981015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demo 放在使用文件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B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歡迎回饋實際使用結果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701" y="6159401"/>
            <a:ext cx="64768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F8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code_skills --session 15min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60001" y="6121301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DF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的 review 工具</dc:title>
  <dc:subject>PptxGenJS Presentation</dc:subject>
  <dc:creator>PptxGenJS</dc:creator>
  <cp:lastModifiedBy>PptxGenJS</cp:lastModifiedBy>
  <cp:revision>1</cp:revision>
  <dcterms:created xsi:type="dcterms:W3CDTF">2026-10-07T17:00:15Z</dcterms:created>
  <dcterms:modified xsi:type="dcterms:W3CDTF">2026-10-07T17:00:15Z</dcterms:modified>
</cp:coreProperties>
</file>